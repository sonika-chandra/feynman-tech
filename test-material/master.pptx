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77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931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357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32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512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755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810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946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59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91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06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0ED03EC-444A-4D91-841A-6879A89FF9AE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EED85120-4D0F-4FD4-B358-15211AFFC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362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17F4-1F02-3D8D-9FEE-75917BF5E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3EBA0-80CA-194E-34C4-6589CF051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584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627C-8AD7-3B15-85D1-984E957B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What is Python?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6FA7A-C205-07EB-EDA1-9314C2ABB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Python is a popular programming language.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is easy to read and easy to learn, so many beginners start with 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is used in websites, data analysis, automation and artificial intelligence.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51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5022-39A7-B8F3-D02B-A174BE94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  History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4F9F4-56C8-98D7-B060-6B638A014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Python was created by James Gosling.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was released in 2015.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Since then, it has grown into one of the most used languages in the world.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626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7040-8FBE-9406-5E1F-17FFC465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30D53-8343-A95A-421E-EFE5A3991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Simple syntax: The code looks close to plain English.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Compiled: Python changes the whole program into machine code before running it, so it is very fast.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Large library support: Read-made tools save time for common tasks.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Cross-platform: It works on Windows , macOS and Linux.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76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5F74-CA2B-3BEA-C50F-C63F6EE3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Common Uses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417B7-E97A-DD6F-5E5A-D91501D45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Web development: Frameworks like Django and Flask help build websites.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science: Libraries like Pandas and NumPy help study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Automation: Short scripts can do boring and repeated tasks.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Artificial intelligence: Python is widely used for machine learning and working with language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51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7999-9249-9F88-ABDE-FD10933EC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Basic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03460-7861-0D25-D3AF-7E8BBD415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simple program to print a message: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print(“Hello, World!”)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one line shows how short python program can be 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35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4B1E-2650-FF1A-B8D1-9B499254B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Why Learn Python?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3F1E5-C828-3791-3B41-BA7DFF4B5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Python has a large and friendly community.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There are many free tutorials and companies in many fields use 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Learning Python is a strong first step for a career in technology.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843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927BE-E9A8-A303-57EB-41F698BF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1981C-C6A5-A3D6-74B0-A041ABC63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Python is simple, flexible and powerful.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Its easy style and large library collection make it a good choice for students and professionals.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240254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</TotalTime>
  <Words>283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Corbel</vt:lpstr>
      <vt:lpstr>Wingdings</vt:lpstr>
      <vt:lpstr>Wingdings 2</vt:lpstr>
      <vt:lpstr>Frame</vt:lpstr>
      <vt:lpstr>Introduction to Python</vt:lpstr>
      <vt:lpstr>  What is Python?</vt:lpstr>
      <vt:lpstr>                                    History</vt:lpstr>
      <vt:lpstr>                              Key Features</vt:lpstr>
      <vt:lpstr>                              Common Uses</vt:lpstr>
      <vt:lpstr>                               Basic Example</vt:lpstr>
      <vt:lpstr>                       Why Learn Python?</vt:lpstr>
      <vt:lpstr>             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Deekshitha Malipedu</dc:creator>
  <cp:lastModifiedBy>Deekshitha Malipedu</cp:lastModifiedBy>
  <cp:revision>1</cp:revision>
  <dcterms:created xsi:type="dcterms:W3CDTF">2026-10-17T06:35:36Z</dcterms:created>
  <dcterms:modified xsi:type="dcterms:W3CDTF">2026-10-17T06:37:36Z</dcterms:modified>
</cp:coreProperties>
</file>