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Water Cycle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Revision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Evaporation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The Sun heats water in oceans, lakes and rivers.</a:t>
            </a:r>
          </a:p>
          <a:p>
            <a:r>
              <a:rPr sz="2400"/>
              <a:t>Liquid water turns into water vapour, a gas.</a:t>
            </a:r>
          </a:p>
          <a:p>
            <a:r>
              <a:rPr sz="2400"/>
              <a:t>Plants also release vapour (transpiration).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Condensation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Rising water vapour cools in the cold upper air.</a:t>
            </a:r>
          </a:p>
          <a:p>
            <a:r>
              <a:rPr sz="2400"/>
              <a:t>It turns back into tiny liquid droplets.</a:t>
            </a:r>
          </a:p>
          <a:p>
            <a:r>
              <a:rPr sz="2400"/>
              <a:t>The droplets gather to form clouds.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Precipitation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Droplets grow heavy and fall as rain, snow, sleet or hail.</a:t>
            </a:r>
          </a:p>
          <a:p>
            <a:r>
              <a:rPr sz="2400"/>
              <a:t>The form depends on the air temperature.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Water runs off into rivers and seeps into the ground.</a:t>
            </a:r>
          </a:p>
          <a:p>
            <a:r>
              <a:rPr sz="2400"/>
              <a:t>It collects in oceans, lakes and underground stores.</a:t>
            </a:r>
          </a:p>
          <a:p>
            <a:r>
              <a:rPr sz="2400"/>
              <a:t>About 97% of Earth's water is salty ocean water, so only about 3% is fresh water.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